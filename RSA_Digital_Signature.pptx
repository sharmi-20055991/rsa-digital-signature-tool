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669280" y="365760"/>
            <a:ext cx="32004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"/>
            <a:ext cx="20116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0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CRYPTOGRAPHY LAB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 Digital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Tool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154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· Verify · Tamper-Proof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April 2026   |   Version 1.0   |   Browser-Based · No Server Required   |   Web Crypto API · RSA-PSS · SHA-256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Digital Signature?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08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Proves the document came from the claimed sender — only the private key holder can produce a valid signature.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087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337560" y="278892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Any change to the document — even one character — causes verification to fail due to SHA-256's avalanche effect.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80760" y="128016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087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Non-Repudiation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17920" y="278892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The signer cannot deny signing the document. The signature is cryptographically bound to the private key.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59669"/>
                </a:solidFill>
              </a:rPr>
              <a:t>💡  Think of it as a wax seal on a letter — but mathematically impossible to forge.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RSA-PSS Digital Signing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828800" cy="1463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Any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18928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80136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182880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1FAE5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256-bit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fingerprint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18928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80136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82880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1FAE5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RSA-PSS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With private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key + salt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0528" y="18928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801368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1828800" cy="1463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15727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2148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Base64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80360"/>
            <a:ext cx="841248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9809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▲  VERIFICATION (reverse): Decrypt signature with public key → compare hash → match = valid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solidFill>
            <a:srgbClr val="132B50"/>
          </a:solidFill>
          <a:ln w="12700">
            <a:solidFill>
              <a:srgbClr val="132B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493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</a:rPr>
              <a:t>RSA Key Math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8862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p × q   (two large primes, 2048-bit modulus)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1239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key  = (n, e)   where e = 65537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3616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key = (n, d)   where e × d ≡ 1 mod φ(n)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5994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Sign: sig = hash^d mod n   |   Verify: hash = sig^e mod 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— Three-Step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1005840"/>
          </a:xfrm>
          <a:prstGeom prst="rect">
            <a:avLst/>
          </a:prstGeom>
          <a:solidFill>
            <a:srgbClr val="0B5345"/>
          </a:solidFill>
          <a:ln w="12700">
            <a:solidFill>
              <a:srgbClr val="0B53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" y="1536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Keys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2048-bit RSA-PSS key pair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Browser Web Crypto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PEM-encoded display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No keys leave your device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234440"/>
            <a:ext cx="2651760" cy="10058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280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886200" y="1536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Document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37560" y="2377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Write any text document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SHA-256 hash computed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Hash signed with private key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Base64 signature output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123444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234440"/>
            <a:ext cx="2651760" cy="10058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280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766560" y="15361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/ Tamper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17920" y="237744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Auto-tamper flips 1 char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Signature instantly fails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SHA-256 avalanche effect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Manual edits also tested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Avalanche Effect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</a:rPr>
              <a:t>Why changing even ONE character breaks the signature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3977640" cy="3383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</a:rPr>
              <a:t>ORIGINAL DOCUMENT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3977640" cy="18288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"Transfer $10,000 to account #12345"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SHA-256 Hash: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a3f8c2d1...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01752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3017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Signature: VALID 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43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251960" y="3127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1 char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changed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3977640" cy="3383280"/>
          </a:xfrm>
          <a:prstGeom prst="rect">
            <a:avLst/>
          </a:prstGeom>
          <a:solidFill>
            <a:srgbClr val="1F0D0D"/>
          </a:solidFill>
          <a:ln w="12700">
            <a:solidFill>
              <a:srgbClr val="6B1E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1371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CA5A5"/>
                </a:solidFill>
              </a:rPr>
              <a:t>TAMPERED DOCUMENT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1719072"/>
            <a:ext cx="3977640" cy="18288"/>
          </a:xfrm>
          <a:prstGeom prst="rect">
            <a:avLst/>
          </a:prstGeom>
          <a:solidFill>
            <a:srgbClr val="6B1E1E"/>
          </a:solidFill>
          <a:ln w="12700">
            <a:solidFill>
              <a:srgbClr val="6B1E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8288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"Transfer $10,000 to account #12346"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239572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SHA-256 Hash: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83480" y="26334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7e2a91f4...  ← COMPLETELY DIFFERENT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301752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126480" y="3017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Signature: INVALID ✗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SHA-256 avalanche effect: A single bit change flips ~50% of the 256-bit hash output — making the old signature useless.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Specifications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4114800" cy="374904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RSA-PSS (PKCS#11)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Key Size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2048 bits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Hash 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SHA-256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Salt Length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32 bytes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Public Exponent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65537 (0x10001)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Key Format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SPKI / PKCS#8 PEM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Encoding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Base64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Crypto Engine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Web Crypto API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23444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4924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Design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800600" y="17830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800600" y="1783080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56048" y="1819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Client-Side Only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56048" y="209397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keys, signatures, or documents are ever sent to a server.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800600" y="2587752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00600" y="2587752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56048" y="2624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PSS over PKCS#1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56048" y="2898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RSA-PSS is provably secure; PKCS#1 v1.5 is vulnerable to padding oracle attacks.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00600" y="3392424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00600" y="3392424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56048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Randomized Salt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956048" y="37033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signing operation produces a different signature even for identical documents.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00600" y="4197096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0600" y="4197096"/>
            <a:ext cx="64008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56048" y="4233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Hardware Backing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56048" y="45079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Web Crypto API leverages hardware security modules where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858000" y="164592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70432"/>
            <a:ext cx="411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68680" y="1152144"/>
            <a:ext cx="7909560" cy="457200"/>
          </a:xfrm>
          <a:prstGeom prst="rect">
            <a:avLst/>
          </a:prstGeom>
          <a:solidFill>
            <a:srgbClr val="132B50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152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2048-bit RSA-PSS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17520" y="1261872"/>
            <a:ext cx="27432" cy="237744"/>
          </a:xfrm>
          <a:prstGeom prst="rect">
            <a:avLst/>
          </a:prstGeom>
          <a:solidFill>
            <a:srgbClr val="2E5E7E"/>
          </a:solidFill>
          <a:ln w="12700">
            <a:solidFill>
              <a:srgbClr val="2E5E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7248" y="115214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Cryptographically strong, provably secure signature scheme.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68680" y="1901952"/>
            <a:ext cx="7909560" cy="457200"/>
          </a:xfrm>
          <a:prstGeom prst="rect">
            <a:avLst/>
          </a:prstGeom>
          <a:solidFill>
            <a:srgbClr val="132B50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19019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SHA-256 Hash Binding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017520" y="2011680"/>
            <a:ext cx="27432" cy="237744"/>
          </a:xfrm>
          <a:prstGeom prst="rect">
            <a:avLst/>
          </a:prstGeom>
          <a:solidFill>
            <a:srgbClr val="2E5E7E"/>
          </a:solidFill>
          <a:ln w="12700">
            <a:solidFill>
              <a:srgbClr val="2E5E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27248" y="190195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Every signature is permanently tied to the exact document bytes.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670048"/>
            <a:ext cx="411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68680" y="2651760"/>
            <a:ext cx="7909560" cy="457200"/>
          </a:xfrm>
          <a:prstGeom prst="rect">
            <a:avLst/>
          </a:prstGeom>
          <a:solidFill>
            <a:srgbClr val="132B50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Avalanche Effect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017520" y="2761488"/>
            <a:ext cx="27432" cy="237744"/>
          </a:xfrm>
          <a:prstGeom prst="rect">
            <a:avLst/>
          </a:prstGeom>
          <a:solidFill>
            <a:srgbClr val="2E5E7E"/>
          </a:solidFill>
          <a:ln w="12700">
            <a:solidFill>
              <a:srgbClr val="2E5E7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27248" y="2651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One character change produces a completely different hash — signature fails instantly.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419856"/>
            <a:ext cx="411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68680" y="3401568"/>
            <a:ext cx="7909560" cy="457200"/>
          </a:xfrm>
          <a:prstGeom prst="rect">
            <a:avLst/>
          </a:prstGeom>
          <a:solidFill>
            <a:srgbClr val="132B50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3401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100% Browser-Native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017520" y="3511296"/>
            <a:ext cx="27432" cy="237744"/>
          </a:xfrm>
          <a:prstGeom prst="rect">
            <a:avLst/>
          </a:prstGeom>
          <a:solidFill>
            <a:srgbClr val="2E5E7E"/>
          </a:solidFill>
          <a:ln w="12700">
            <a:solidFill>
              <a:srgbClr val="2E5E7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27248" y="34015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Web Crypto API: no libraries, no server, no data leaves your device.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4169664"/>
            <a:ext cx="411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4169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05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68680" y="4151376"/>
            <a:ext cx="7909560" cy="457200"/>
          </a:xfrm>
          <a:prstGeom prst="rect">
            <a:avLst/>
          </a:prstGeom>
          <a:solidFill>
            <a:srgbClr val="132B50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5840" y="41513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Educational Design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017520" y="4261104"/>
            <a:ext cx="27432" cy="237744"/>
          </a:xfrm>
          <a:prstGeom prst="rect">
            <a:avLst/>
          </a:prstGeom>
          <a:solidFill>
            <a:srgbClr val="2E5E7E"/>
          </a:solidFill>
          <a:ln w="12700">
            <a:solidFill>
              <a:srgbClr val="2E5E7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27248" y="415137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Three-step interactive workflow makes abstract cryptography tangible.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681728"/>
            <a:ext cx="822960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Built with HTML5 · CSS3 · JavaScript · Web Crypto API  |  Cryptography Lab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RSA Digital Signature Tool</dc:title>
  <dc:subject>PptxGenJS Presentation</dc:subject>
  <dc:creator>PptxGenJS</dc:creator>
  <cp:lastModifiedBy>PptxGenJS</cp:lastModifiedBy>
  <cp:revision>1</cp:revision>
  <dcterms:created xsi:type="dcterms:W3CDTF">2026-04-19T08:48:25Z</dcterms:created>
  <dcterms:modified xsi:type="dcterms:W3CDTF">2026-04-19T08:48:25Z</dcterms:modified>
</cp:coreProperties>
</file>